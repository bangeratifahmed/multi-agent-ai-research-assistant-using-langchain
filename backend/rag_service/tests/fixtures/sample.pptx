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citation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relevant context</a:t>
            </a:r>
          </a:p>
          <a:p>
            <a:r>
              <a:t>Ground the model in real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retrieval recall</a:t>
            </a:r>
          </a:p>
          <a:p>
            <a:r>
              <a:t>Track answer faithfulness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Embeddings are stored in PostgreSQL with pgvector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